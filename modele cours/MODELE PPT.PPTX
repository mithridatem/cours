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1" r:id="rId2"/>
    <p:sldId id="28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0D93-81F8-441A-852E-7C0F2C4422B2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160C5-B404-49DE-8B6A-CC9B6546BA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95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Faire remplir les </a:t>
            </a:r>
            <a:r>
              <a:rPr lang="fr-FR" smtClean="0"/>
              <a:t>dossiers vert.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31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Faire remplir les </a:t>
            </a:r>
            <a:r>
              <a:rPr lang="fr-FR" smtClean="0"/>
              <a:t>dossiers vert.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4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2703"/>
            <a:ext cx="12198786" cy="5725297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0" y="728969"/>
            <a:ext cx="1219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 au Système / </a:t>
            </a:r>
            <a:r>
              <a:rPr lang="fr-F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Réseaux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86" y="11927"/>
            <a:ext cx="12192000" cy="6448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9" name="Image 18" descr="LOGO ADRAR 300dpi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815" y="46931"/>
            <a:ext cx="432261" cy="57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6" y="116618"/>
            <a:ext cx="2346531" cy="435439"/>
          </a:xfrm>
          <a:prstGeom prst="rect">
            <a:avLst/>
          </a:prstGeom>
        </p:spPr>
      </p:pic>
      <p:pic>
        <p:nvPicPr>
          <p:cNvPr id="21" name="Image 20" descr="personnes-adrar-coul_2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14888" y="111271"/>
            <a:ext cx="346861" cy="352500"/>
          </a:xfrm>
          <a:prstGeom prst="rect">
            <a:avLst/>
          </a:prstGeom>
        </p:spPr>
      </p:pic>
      <p:pic>
        <p:nvPicPr>
          <p:cNvPr id="22" name="Image 21" descr="bien plus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747907" y="126966"/>
            <a:ext cx="1289328" cy="364658"/>
          </a:xfrm>
          <a:prstGeom prst="rect">
            <a:avLst/>
          </a:prstGeom>
        </p:spPr>
      </p:pic>
      <p:pic>
        <p:nvPicPr>
          <p:cNvPr id="23" name="Image 22" descr="personnes-adrar-coul_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423393" y="58452"/>
            <a:ext cx="510617" cy="506565"/>
          </a:xfrm>
          <a:prstGeom prst="rect">
            <a:avLst/>
          </a:prstGeom>
        </p:spPr>
      </p:pic>
      <p:pic>
        <p:nvPicPr>
          <p:cNvPr id="24" name="Image 23" descr="Photo 28-01-2016 21 53 0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56"/>
          <a:stretch/>
        </p:blipFill>
        <p:spPr>
          <a:xfrm>
            <a:off x="8012911" y="101240"/>
            <a:ext cx="393302" cy="47433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496" y="58452"/>
            <a:ext cx="1403187" cy="547243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966" y="82794"/>
            <a:ext cx="1742629" cy="4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728969"/>
            <a:ext cx="1219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 au Système / </a:t>
            </a:r>
            <a:r>
              <a:rPr lang="fr-F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Réseaux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86" y="11927"/>
            <a:ext cx="12192000" cy="6448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9" name="Image 18" descr="LOGO ADRAR 300dpi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815" y="46931"/>
            <a:ext cx="432261" cy="57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6" y="116618"/>
            <a:ext cx="2346531" cy="435439"/>
          </a:xfrm>
          <a:prstGeom prst="rect">
            <a:avLst/>
          </a:prstGeom>
        </p:spPr>
      </p:pic>
      <p:pic>
        <p:nvPicPr>
          <p:cNvPr id="21" name="Image 20" descr="personnes-adrar-coul_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14888" y="111271"/>
            <a:ext cx="346861" cy="352500"/>
          </a:xfrm>
          <a:prstGeom prst="rect">
            <a:avLst/>
          </a:prstGeom>
        </p:spPr>
      </p:pic>
      <p:pic>
        <p:nvPicPr>
          <p:cNvPr id="22" name="Image 21" descr="bien plus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47907" y="126966"/>
            <a:ext cx="1289328" cy="364658"/>
          </a:xfrm>
          <a:prstGeom prst="rect">
            <a:avLst/>
          </a:prstGeom>
        </p:spPr>
      </p:pic>
      <p:pic>
        <p:nvPicPr>
          <p:cNvPr id="23" name="Image 22" descr="personnes-adrar-coul_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23393" y="58452"/>
            <a:ext cx="510617" cy="506565"/>
          </a:xfrm>
          <a:prstGeom prst="rect">
            <a:avLst/>
          </a:prstGeom>
        </p:spPr>
      </p:pic>
      <p:pic>
        <p:nvPicPr>
          <p:cNvPr id="24" name="Image 23" descr="Photo 28-01-2016 21 53 0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56"/>
          <a:stretch/>
        </p:blipFill>
        <p:spPr>
          <a:xfrm>
            <a:off x="8012911" y="101240"/>
            <a:ext cx="393302" cy="47433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496" y="58452"/>
            <a:ext cx="1403187" cy="547243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966" y="82794"/>
            <a:ext cx="1742629" cy="4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5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496</TotalTime>
  <Words>24</Words>
  <Application>Microsoft Office PowerPoint</Application>
  <PresentationFormat>Grand écran</PresentationFormat>
  <Paragraphs>6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Trebuchet MS</vt:lpstr>
      <vt:lpstr>Tw Cen MT</vt:lpstr>
      <vt:lpstr>Circuit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Florence Calmettes</dc:creator>
  <cp:lastModifiedBy>Florence Calmettes</cp:lastModifiedBy>
  <cp:revision>43</cp:revision>
  <dcterms:created xsi:type="dcterms:W3CDTF">2017-03-22T10:02:42Z</dcterms:created>
  <dcterms:modified xsi:type="dcterms:W3CDTF">2017-06-09T07:42:43Z</dcterms:modified>
</cp:coreProperties>
</file>